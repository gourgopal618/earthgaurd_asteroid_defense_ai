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889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GUARDIANS  —  Author Profiles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475488"/>
            <a:ext cx="12188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Asteroid Defense System  |  Machine Learning Project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5623560" cy="475488"/>
          </a:xfrm>
          <a:prstGeom prst="rect">
            <a:avLst/>
          </a:prstGeom>
          <a:solidFill>
            <a:srgbClr val="451A03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5440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GOURA GOPAL MOHAPATRA</a:t>
            </a:r>
            <a:pPr indent="0" marL="0">
              <a:buNone/>
            </a:pPr>
            <a:r>
              <a:rPr lang="en-US" sz="10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PROJECT LEAD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5623560" cy="228600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5440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 •  System Architect  •  Generative Prototype Designer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664208"/>
            <a:ext cx="5623560" cy="1463040"/>
          </a:xfrm>
          <a:prstGeom prst="rect">
            <a:avLst/>
          </a:prstGeom>
          <a:solidFill>
            <a:srgbClr val="1C110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69164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Leadership &amp; Project Ownership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1984248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 full project from ideation to delivery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3192" y="2258568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Defined scope, timeline &amp; milestone structure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3192" y="2532888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Supervised data preprocessing &amp; model selection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3192" y="2807208"/>
            <a:ext cx="5349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Aligned ML pipeline with defense system narrative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3172968"/>
            <a:ext cx="5623560" cy="3044952"/>
          </a:xfrm>
          <a:prstGeom prst="rect">
            <a:avLst/>
          </a:prstGeom>
          <a:solidFill>
            <a:srgbClr val="1A0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320040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Realistic Generative Prototypes (9 total)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" y="35204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1: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Triage Engine — RF inference, Priority Score &lt;100ms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6616" y="383133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2: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Trajectory Simulator — 10,000 simulations/object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56616" y="414223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3: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 Strategy Recommender — KI vs Gravity Tractor selector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6616" y="445312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4: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Alert Dashboard — Real-time 3D solar system hazard map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56616" y="476402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5: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Module — Threshold optimization for 84/16 imbalance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6616" y="50749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6: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Pipeline — Synthetic oversampling for minority hazardous class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6616" y="538581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7: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Heatmap — Rank orbital predictors by RF weight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6616" y="569671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8: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Slide-Notebook Tagging System — Full reproducibility cross-references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6616" y="600760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9:  </a:t>
            </a:r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XGBoost/LightGBM Upgrade Path — Gradient boosting replacement plan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09360" y="914400"/>
            <a:ext cx="5623560" cy="475488"/>
          </a:xfrm>
          <a:prstGeom prst="rect">
            <a:avLst/>
          </a:prstGeom>
          <a:solidFill>
            <a:srgbClr val="0C1A2E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914400"/>
            <a:ext cx="5440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ARIJIT KUMAR MOHANTY</a:t>
            </a:r>
            <a:pPr indent="0" marL="0">
              <a:buNone/>
            </a:pPr>
            <a:r>
              <a:rPr lang="en-US" sz="10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TECHNICAL CONTRIBUTOR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1389888"/>
            <a:ext cx="5623560" cy="228600"/>
          </a:xfrm>
          <a:prstGeom prst="rect">
            <a:avLst/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389888"/>
            <a:ext cx="5440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Designer  •  Word Documentation  •  Creative Ideation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09360" y="1664208"/>
            <a:ext cx="2766060" cy="1463040"/>
          </a:xfrm>
          <a:prstGeom prst="rect">
            <a:avLst/>
          </a:prstGeom>
          <a:solidFill>
            <a:srgbClr val="0B1929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691640"/>
            <a:ext cx="26289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PowerPoint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1975104"/>
            <a:ext cx="25831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all 10 final slides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46520" y="2194560"/>
            <a:ext cx="25831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Dark-theme visual identity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2414016"/>
            <a:ext cx="25831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EDA + CM + ROC slides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46520" y="2633472"/>
            <a:ext cx="25831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Notebook tags embedded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46520" y="2852928"/>
            <a:ext cx="25831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Insight cards &amp; charts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166860" y="1664208"/>
            <a:ext cx="2766060" cy="1463040"/>
          </a:xfrm>
          <a:prstGeom prst="rect">
            <a:avLst/>
          </a:prstGeom>
          <a:solidFill>
            <a:srgbClr val="0B19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58300" y="1691640"/>
            <a:ext cx="26289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Word Report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276588" y="1975104"/>
            <a:ext cx="25831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Authored all 10 pages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276588" y="2194560"/>
            <a:ext cx="25831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Abstract to References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276588" y="2414016"/>
            <a:ext cx="25831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Formatted tables &amp; TOC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276588" y="2633472"/>
            <a:ext cx="25831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 page &amp; headers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276588" y="2852928"/>
            <a:ext cx="25831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Academic structure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09360" y="3172968"/>
            <a:ext cx="2766060" cy="2240280"/>
          </a:xfrm>
          <a:prstGeom prst="rect">
            <a:avLst/>
          </a:prstGeom>
          <a:solidFill>
            <a:srgbClr val="0A1A12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3200400"/>
            <a:ext cx="26289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Ideas Brought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37376" y="3493008"/>
            <a:ext cx="25831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ROC/AUC as primary metric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37376" y="3858768"/>
            <a:ext cx="25831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 imbalance narrative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37376" y="4224528"/>
            <a:ext cx="25831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LR as comparison baseline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37376" y="4590288"/>
            <a:ext cx="25831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Dot-leader TOC design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37376" y="4956048"/>
            <a:ext cx="25831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Insight cards concept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166860" y="3172968"/>
            <a:ext cx="2766060" cy="2240280"/>
          </a:xfrm>
          <a:prstGeom prst="rect">
            <a:avLst/>
          </a:prstGeom>
          <a:solidFill>
            <a:srgbClr val="0F0B1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58300" y="3200400"/>
            <a:ext cx="26289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Prototypes Ideated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276588" y="3493008"/>
            <a:ext cx="25831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Precision-Recall module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276588" y="3858768"/>
            <a:ext cx="25831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SMOTE oversampling pipeline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276588" y="4224528"/>
            <a:ext cx="25831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importance heatmap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276588" y="4590288"/>
            <a:ext cx="25831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Slide-notebook tagging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276588" y="4956048"/>
            <a:ext cx="25831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upgrade path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0" y="5559552"/>
            <a:ext cx="12188952" cy="18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5605272"/>
            <a:ext cx="1164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no longer passive observers of the cosmos — we are its Guardians."  —  Earth Guardians Team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2026-04-18T03:43:48Z</dcterms:created>
  <dcterms:modified xsi:type="dcterms:W3CDTF">2026-04-18T03:43:48Z</dcterms:modified>
</cp:coreProperties>
</file>